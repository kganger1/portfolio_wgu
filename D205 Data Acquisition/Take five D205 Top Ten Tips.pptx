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68" r:id="rId3"/>
    <p:sldId id="318" r:id="rId4"/>
    <p:sldId id="333" r:id="rId5"/>
    <p:sldId id="334" r:id="rId6"/>
    <p:sldId id="320" r:id="rId7"/>
    <p:sldId id="319" r:id="rId8"/>
    <p:sldId id="314" r:id="rId9"/>
  </p:sldIdLst>
  <p:sldSz cx="12192000" cy="6858000"/>
  <p:notesSz cx="6858000" cy="9144000"/>
  <p:embeddedFontLst>
    <p:embeddedFont>
      <p:font typeface="Tw Cen MT" panose="020B0602020104020603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63880C-C16A-44E6-9797-07F39DD09982}" v="9" dt="2022-08-23T21:56:49.2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Take five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Database series</a:t>
            </a:r>
          </a:p>
        </p:txBody>
      </p:sp>
    </p:spTree>
    <p:extLst>
      <p:ext uri="{BB962C8B-B14F-4D97-AF65-F5344CB8AC3E}">
        <p14:creationId xmlns:p14="http://schemas.microsoft.com/office/powerpoint/2010/main" val="1564445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0"/>
            <a:ext cx="4949295" cy="1639885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Take five database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bg1"/>
                </a:solidFill>
              </a:rPr>
              <a:t>           Top Ten Tips for D205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Dr. William Sewell</a:t>
            </a:r>
          </a:p>
        </p:txBody>
      </p:sp>
    </p:spTree>
    <p:extLst>
      <p:ext uri="{BB962C8B-B14F-4D97-AF65-F5344CB8AC3E}">
        <p14:creationId xmlns:p14="http://schemas.microsoft.com/office/powerpoint/2010/main" val="1432580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0916" y="0"/>
            <a:ext cx="6702669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Connecting to a Database in </a:t>
            </a:r>
            <a:r>
              <a:rPr lang="en-US" sz="3200" b="1" err="1">
                <a:solidFill>
                  <a:schemeClr val="bg1"/>
                </a:solidFill>
              </a:rPr>
              <a:t>PgAdmin</a:t>
            </a:r>
            <a:endParaRPr lang="en-US" sz="3200" b="1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92E12D-1C1D-48DE-94B9-4E31711E4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64" y="1039931"/>
            <a:ext cx="4870226" cy="35151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7340DB-A2A1-41A1-B17F-E367A325A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9307" y="-1"/>
            <a:ext cx="3209509" cy="691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70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2676" y="181957"/>
            <a:ext cx="10332316" cy="649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TOP TEN TIPS FOR D205 SQL FOR DATA ANALYTICS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Write a professional, graduate level paper.  Provide a cover page, write a full paragraph for each item. 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   Be explicative. Include screenshots.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2.    Proofread your work!  Sometimes we think we wrote something a certain way but when we review it,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   </a:t>
            </a: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wording isn’t what we meant to say.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AutoNum type="arabicPeriod" startAt="3"/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Spell-check and grammar-check your work.  Remember, if you make it easy on the Evaluator,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   </a:t>
            </a: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Evaluator will make it easy on you!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AutoNum type="arabicPeriod" startAt="4"/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Don’t overthink the assignment.  For instance, you need only ONE research question.  Keep it simple!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AutoNum type="arabicPeriod" startAt="4"/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indent="-342900">
              <a:buFontTx/>
              <a:buAutoNum type="arabicPeriod" startAt="5"/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Enumerate your paper with what you are responding to in bold letters and numbers like </a:t>
            </a:r>
            <a:r>
              <a:rPr lang="en-US" sz="2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A1</a:t>
            </a: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 </a:t>
            </a:r>
          </a:p>
          <a:p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  </a:t>
            </a: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Remember, if the Evaluator does not see it, it’s not there!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AutoNum type="arabicPeriod" startAt="5"/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6516" y="290035"/>
            <a:ext cx="9887835" cy="5786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TOP TEN TIPS FOR D205 SQL FOR DATA ANALYTICS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6. </a:t>
            </a: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Remember, if the Evaluator does not see it, it’s not there!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7. You will create a sixth table.  Create the table, then import your data.  Be sure when you create the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   </a:t>
            </a: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table that you have all the columns and their datatypes correctly written.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8.  Check your work.  Create a primary key.  Be sure the table is included in your ERD.</a:t>
            </a: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  Understand and explain your ERD.  Say what referential integrity really means.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9.   Be sure to include the SQL statement for items B2 and E.</a:t>
            </a: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10. </a:t>
            </a: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Include at least two intext citations with matching references.</a:t>
            </a:r>
            <a:endParaRPr lang="en-US" sz="1800" b="1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631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21B6357-0359-489B-A80D-C19BF05A2163}"/>
              </a:ext>
            </a:extLst>
          </p:cNvPr>
          <p:cNvSpPr txBox="1"/>
          <p:nvPr/>
        </p:nvSpPr>
        <p:spPr>
          <a:xfrm>
            <a:off x="1469344" y="274114"/>
            <a:ext cx="723486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Select Query Tool by Right-clicking tables</a:t>
            </a:r>
          </a:p>
          <a:p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A777EE-E45D-4D7D-A96C-DC35DE123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946" y="3763617"/>
            <a:ext cx="3167008" cy="247248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E90C2D4-F7AC-4936-822E-06CB6DAFC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777" y="2083206"/>
            <a:ext cx="561975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80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A53F0B-3DB8-4994-B91D-7A8B2B1AB40D}"/>
              </a:ext>
            </a:extLst>
          </p:cNvPr>
          <p:cNvSpPr txBox="1"/>
          <p:nvPr/>
        </p:nvSpPr>
        <p:spPr>
          <a:xfrm>
            <a:off x="900433" y="-169337"/>
            <a:ext cx="796384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Creating tables and Inserting data in Postgres</a:t>
            </a:r>
          </a:p>
          <a:p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40B1B9-287F-4759-86CE-1F9F47F84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362" y="604837"/>
            <a:ext cx="791527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143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0"/>
            <a:ext cx="7765647" cy="1639885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Take five database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bg1"/>
                </a:solidFill>
              </a:rPr>
              <a:t>           Using </a:t>
            </a:r>
            <a:r>
              <a:rPr lang="en-US" b="1" err="1">
                <a:solidFill>
                  <a:schemeClr val="bg1"/>
                </a:solidFill>
              </a:rPr>
              <a:t>psql</a:t>
            </a:r>
            <a:r>
              <a:rPr lang="en-US" b="1">
                <a:solidFill>
                  <a:schemeClr val="bg1"/>
                </a:solidFill>
              </a:rPr>
              <a:t> on Windows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Dr. William Sewell</a:t>
            </a:r>
          </a:p>
        </p:txBody>
      </p:sp>
    </p:spTree>
    <p:extLst>
      <p:ext uri="{BB962C8B-B14F-4D97-AF65-F5344CB8AC3E}">
        <p14:creationId xmlns:p14="http://schemas.microsoft.com/office/powerpoint/2010/main" val="26119455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Circuit</vt:lpstr>
      <vt:lpstr>Take five</vt:lpstr>
      <vt:lpstr>Take five database series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five database series</vt:lpstr>
    </vt:vector>
  </TitlesOfParts>
  <Company>Western Governors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 five</dc:title>
  <dc:creator>William Sewell</dc:creator>
  <cp:revision>2</cp:revision>
  <dcterms:created xsi:type="dcterms:W3CDTF">2016-08-22T21:54:22Z</dcterms:created>
  <dcterms:modified xsi:type="dcterms:W3CDTF">2024-02-11T02:24:00Z</dcterms:modified>
</cp:coreProperties>
</file>